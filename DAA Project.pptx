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0" r:id="rId4"/>
    <p:sldId id="262" r:id="rId5"/>
    <p:sldId id="263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274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756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25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3029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5947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8583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799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3602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8833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8388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0990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4593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44384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63701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21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0927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21E23-5B3E-4677-B68B-436E36E55943}" type="datetimeFigureOut">
              <a:rPr lang="en-IN" smtClean="0"/>
              <a:t>25-07-2023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9F3AACA-83B0-4C93-92DF-8F8A20E24C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3739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yCwkHfQh-ino84YqveLEY8GPj-WRMzEU/view?usp=drive_lin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CD11-F09F-6D38-7201-9600439391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i="1" dirty="0"/>
              <a:t>DAA Interview Project</a:t>
            </a:r>
          </a:p>
        </p:txBody>
      </p:sp>
    </p:spTree>
    <p:extLst>
      <p:ext uri="{BB962C8B-B14F-4D97-AF65-F5344CB8AC3E}">
        <p14:creationId xmlns:p14="http://schemas.microsoft.com/office/powerpoint/2010/main" val="1903755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Scope of the Project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2672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b="1" dirty="0"/>
              <a:t>Problem Statement: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inherit"/>
              </a:rPr>
              <a:t>Improve Customer Service at ASU (Airport Search Unit): How well we are meeting </a:t>
            </a:r>
            <a:r>
              <a:rPr lang="en-US" dirty="0">
                <a:solidFill>
                  <a:srgbClr val="000000"/>
                </a:solidFill>
                <a:latin typeface="inherit"/>
              </a:rPr>
              <a:t>customer expectations.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inherit"/>
              </a:rPr>
              <a:t> By visualizing SLA performance metrics? </a:t>
            </a:r>
          </a:p>
          <a:p>
            <a:endParaRPr lang="en-US" dirty="0">
              <a:solidFill>
                <a:srgbClr val="000000"/>
              </a:solidFill>
              <a:latin typeface="inherit"/>
            </a:endParaRPr>
          </a:p>
          <a:p>
            <a:pPr marL="0" indent="0">
              <a:buNone/>
            </a:pPr>
            <a:r>
              <a:rPr lang="en-US" sz="1800" b="1" i="0" dirty="0">
                <a:solidFill>
                  <a:srgbClr val="000000"/>
                </a:solidFill>
                <a:effectLst/>
                <a:latin typeface="inherit"/>
              </a:rPr>
              <a:t>Insights: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inherit"/>
              </a:rPr>
              <a:t>This can help business stakeholders to identify areas for improvement and optimize service delivery. </a:t>
            </a:r>
            <a:endParaRPr lang="en-US" sz="1800" b="0" i="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75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4DB02-D370-3696-EF64-05F4EB70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86118"/>
          </a:xfrm>
        </p:spPr>
        <p:txBody>
          <a:bodyPr/>
          <a:lstStyle/>
          <a:p>
            <a:r>
              <a:rPr lang="en-IN" dirty="0"/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21186-CDBD-559F-DE21-E276F854B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67530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/>
              <a:t>Building blocks of this project</a:t>
            </a:r>
          </a:p>
          <a:p>
            <a:pPr lvl="1"/>
            <a:r>
              <a:rPr lang="en-US" dirty="0"/>
              <a:t>Less is more</a:t>
            </a:r>
          </a:p>
          <a:p>
            <a:pPr lvl="1"/>
            <a:r>
              <a:rPr lang="en-US" dirty="0"/>
              <a:t>Mange dashboard space effectively</a:t>
            </a:r>
          </a:p>
          <a:p>
            <a:pPr lvl="1"/>
            <a:r>
              <a:rPr lang="en-US" dirty="0"/>
              <a:t>Vary font weight and height</a:t>
            </a:r>
          </a:p>
          <a:p>
            <a:pPr lvl="1"/>
            <a:r>
              <a:rPr lang="en-US" dirty="0"/>
              <a:t>subtle call to action text</a:t>
            </a:r>
          </a:p>
          <a:p>
            <a:pPr lvl="1"/>
            <a:r>
              <a:rPr lang="en-US" dirty="0"/>
              <a:t>Engage interactively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66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442C5-56A4-FE18-869E-36A094FC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20B33-9DA3-48E2-EA49-C2189B161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Delog</a:t>
            </a:r>
            <a:r>
              <a:rPr lang="en-US" dirty="0"/>
              <a:t>” -- Delayed</a:t>
            </a:r>
          </a:p>
          <a:p>
            <a:r>
              <a:rPr lang="en-US" dirty="0"/>
              <a:t>"DELOG_REASON" field is used to store information about the specific factors or events that caused a flight to be delayed</a:t>
            </a:r>
          </a:p>
          <a:p>
            <a:r>
              <a:rPr lang="en-US" dirty="0"/>
              <a:t>"AOS_ACT_RUNWAY_DATE" is probably a column that stores the actual date and time when an aircraft took off from the runway during departure in aviation-related data.</a:t>
            </a:r>
          </a:p>
          <a:p>
            <a:r>
              <a:rPr lang="en-US" dirty="0"/>
              <a:t>“AOS_SCH_DATE" is probably a column that stores the scheduled departure date and time for a flight in aviation-related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47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3903D-597F-D4B9-0BCB-9A5A114D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663890" cy="1320800"/>
          </a:xfrm>
        </p:spPr>
        <p:txBody>
          <a:bodyPr>
            <a:normAutofit/>
          </a:bodyPr>
          <a:lstStyle/>
          <a:p>
            <a:r>
              <a:rPr lang="en-US" sz="2000" dirty="0"/>
              <a:t>Five User Stories </a:t>
            </a:r>
            <a:br>
              <a:rPr lang="en-US" sz="2000" dirty="0"/>
            </a:br>
            <a:r>
              <a:rPr lang="en-US" sz="2000" dirty="0"/>
              <a:t>Aim - To provide valuable business insights for improved process management</a:t>
            </a:r>
            <a:endParaRPr lang="en-IN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8A2E3-88E1-5050-04D3-F87C3AA85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which location metal detectors are used the maximum?</a:t>
            </a:r>
          </a:p>
          <a:p>
            <a:r>
              <a:rPr lang="en-US" dirty="0"/>
              <a:t>What are the various types of machines utilized?</a:t>
            </a:r>
          </a:p>
          <a:p>
            <a:r>
              <a:rPr lang="en-US" dirty="0"/>
              <a:t>What is the distribution of handled bags across different sublocations?</a:t>
            </a:r>
          </a:p>
          <a:p>
            <a:r>
              <a:rPr lang="en-US" dirty="0"/>
              <a:t>What is the bag handling volume at each location?</a:t>
            </a:r>
          </a:p>
          <a:p>
            <a:r>
              <a:rPr lang="en-US" dirty="0"/>
              <a:t>What is the distribution of handled bags across different X-Ray devices?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008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E8163-6BA5-C6E3-16EF-19D7882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A15DB-C517-8C08-EB4F-CBE45F3182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IN" dirty="0">
                <a:hlinkClick r:id="rId2"/>
              </a:rPr>
              <a:t>DAA Project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93CA0E-9A48-35BD-9B86-DD9F261B538E}"/>
              </a:ext>
            </a:extLst>
          </p:cNvPr>
          <p:cNvSpPr txBox="1"/>
          <p:nvPr/>
        </p:nvSpPr>
        <p:spPr>
          <a:xfrm>
            <a:off x="838200" y="1559859"/>
            <a:ext cx="29986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i="1" dirty="0"/>
              <a:t>Click on the link below</a:t>
            </a:r>
          </a:p>
        </p:txBody>
      </p:sp>
    </p:spTree>
    <p:extLst>
      <p:ext uri="{BB962C8B-B14F-4D97-AF65-F5344CB8AC3E}">
        <p14:creationId xmlns:p14="http://schemas.microsoft.com/office/powerpoint/2010/main" val="27393271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143</TotalTime>
  <Words>241</Words>
  <Application>Microsoft Office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inherit</vt:lpstr>
      <vt:lpstr>Trebuchet MS</vt:lpstr>
      <vt:lpstr>Wingdings 3</vt:lpstr>
      <vt:lpstr>Facet</vt:lpstr>
      <vt:lpstr>DAA Interview Project</vt:lpstr>
      <vt:lpstr>Scope of the Project</vt:lpstr>
      <vt:lpstr>Description</vt:lpstr>
      <vt:lpstr>Assumptions</vt:lpstr>
      <vt:lpstr>Five User Stories  Aim - To provide valuable business insights for improved process management</vt:lpstr>
      <vt:lpstr>Report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Amruth HS</dc:creator>
  <cp:lastModifiedBy>Amruth HS</cp:lastModifiedBy>
  <cp:revision>15</cp:revision>
  <dcterms:created xsi:type="dcterms:W3CDTF">2022-07-13T20:38:54Z</dcterms:created>
  <dcterms:modified xsi:type="dcterms:W3CDTF">2023-07-25T15:48:31Z</dcterms:modified>
</cp:coreProperties>
</file>