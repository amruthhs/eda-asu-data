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1" r:id="rId1"/>
  </p:sldMasterIdLst>
  <p:sldIdLst>
    <p:sldId id="256" r:id="rId2"/>
    <p:sldId id="258" r:id="rId3"/>
    <p:sldId id="260" r:id="rId4"/>
    <p:sldId id="262" r:id="rId5"/>
    <p:sldId id="263" r:id="rId6"/>
    <p:sldId id="261" r:id="rId7"/>
    <p:sldId id="264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9210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7852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0437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44885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96654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67523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9607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3688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15064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44880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531719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47210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3436068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56732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69916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2474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29870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  <p:sldLayoutId id="2147483720" r:id="rId9"/>
    <p:sldLayoutId id="2147483721" r:id="rId10"/>
    <p:sldLayoutId id="2147483722" r:id="rId11"/>
    <p:sldLayoutId id="2147483723" r:id="rId12"/>
    <p:sldLayoutId id="2147483724" r:id="rId13"/>
    <p:sldLayoutId id="2147483725" r:id="rId14"/>
    <p:sldLayoutId id="2147483726" r:id="rId15"/>
    <p:sldLayoutId id="2147483727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drive.google.com/file/d/1yCwkHfQh-ino84YqveLEY8GPj-WRMzEU/view?usp=drive_link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9CD11-F09F-6D38-7201-9600439391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4211" y="2521076"/>
            <a:ext cx="4433062" cy="1646302"/>
          </a:xfrm>
        </p:spPr>
        <p:txBody>
          <a:bodyPr/>
          <a:lstStyle/>
          <a:p>
            <a:r>
              <a:rPr lang="en-IN" sz="6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DAA Project</a:t>
            </a:r>
          </a:p>
        </p:txBody>
      </p:sp>
    </p:spTree>
    <p:extLst>
      <p:ext uri="{BB962C8B-B14F-4D97-AF65-F5344CB8AC3E}">
        <p14:creationId xmlns:p14="http://schemas.microsoft.com/office/powerpoint/2010/main" val="19037556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E8163-6BA5-C6E3-16EF-19D78829E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 of the Project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BA15DB-C517-8C08-EB4F-CBE45F31822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10515600" cy="26725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Statement:</a:t>
            </a:r>
          </a:p>
          <a:p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Improve Customer Service at ASU (Airport Search Unit): How well we are meeting 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customer expectations.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By visualizing SLA performance metrics? </a:t>
            </a:r>
          </a:p>
          <a:p>
            <a:endParaRPr lang="en-US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Insights:</a:t>
            </a:r>
          </a:p>
          <a:p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This can help business stakeholders to identify areas for improvement and optimize service delivery. 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1754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4DB02-D370-3696-EF64-05F4EB70E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86118"/>
          </a:xfrm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21186-CDBD-559F-DE21-E276F854B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67530"/>
            <a:ext cx="8596668" cy="3880773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Building blocks of this project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Less is more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Mange dashboard space effectively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Vary font weight and height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subtle call to action text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Engage interactively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066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442C5-56A4-FE18-869E-36A094FC2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20B33-9DA3-48E2-EA49-C2189B1615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“Delog” -- Delayed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"DELOG_REASON" field is used to store information about the specific factors or events that caused a flight to be delayed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"AOS_ACT_RUNWAY_DATE" is probably a column that stores the actual date and time when an aircraft took off from the runway during departure in aviation-related data.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“AOS_SCH_DATE" is probably a column that stores the scheduled departure date and time for a flight in aviation-related data.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47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3903D-597F-D4B9-0BCB-9A5A114DF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663890" cy="1320800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Five User Stories 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Aim - To provide valuable business insights for improved process management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88A2E3-88E1-5050-04D3-F87C3AA851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which location metal detectors are used the maximum?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are the various types of machines utilized?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the distribution of handled bags across different sublocations?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the bag handling volume at each location?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the distribution of handled bags across different X-Ray devices?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0081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E8163-6BA5-C6E3-16EF-19D78829E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Report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BA15DB-C517-8C08-EB4F-CBE45F31822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DAA Project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93CA0E-9A48-35BD-9B86-DD9F261B538E}"/>
              </a:ext>
            </a:extLst>
          </p:cNvPr>
          <p:cNvSpPr txBox="1"/>
          <p:nvPr/>
        </p:nvSpPr>
        <p:spPr>
          <a:xfrm>
            <a:off x="838200" y="1559859"/>
            <a:ext cx="29986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Click on the link below</a:t>
            </a:r>
          </a:p>
        </p:txBody>
      </p:sp>
    </p:spTree>
    <p:extLst>
      <p:ext uri="{BB962C8B-B14F-4D97-AF65-F5344CB8AC3E}">
        <p14:creationId xmlns:p14="http://schemas.microsoft.com/office/powerpoint/2010/main" val="2739327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5B026-73FF-6F7E-A57F-06A96DA06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and Suggestions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49FEF-4AA3-2C34-0303-11259644D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maximum number of flight delays occurred due to 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"To Retrieve something"=446, followed by 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"To Return something" = 280 delays. 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There is potential for improvement in handling these delay reasons more efficiently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Given the concentration of machine utilization at specific points(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WTMD T-1,WTMD 16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implementing strategies to allocate passengers across different points or increasing the number of machines at the heavily utilized locations can optimize passenger flow and enhance overall efficiency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Due to the concentrated utilization of machines at specific locations(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T1 Central Search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it is advisable to implement measures such as passenger distribution across different points or augmenting machine capacity at these focused locations to optimize operational efficiency and enhance passenger experience.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strategies to redirect crowds to less crowded sub-locations(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ATRS_L2, ATRS_L15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for improved crowd management.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optimize efficiency, consider enhancing the number of X-ray machines at the popular main location (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T1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and its corresponding sub-location (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T2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9771034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280</TotalTime>
  <Words>422</Words>
  <Application>Microsoft Office PowerPoint</Application>
  <PresentationFormat>Widescreen</PresentationFormat>
  <Paragraphs>37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DAA Project</vt:lpstr>
      <vt:lpstr>Scope of the Project</vt:lpstr>
      <vt:lpstr>Description</vt:lpstr>
      <vt:lpstr>Assumptions</vt:lpstr>
      <vt:lpstr>Five User Stories  Aim - To provide valuable business insights for improved process management</vt:lpstr>
      <vt:lpstr>Report</vt:lpstr>
      <vt:lpstr>Insights and Suggestions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Amruth HS</dc:creator>
  <cp:lastModifiedBy>Amruth HS</cp:lastModifiedBy>
  <cp:revision>20</cp:revision>
  <dcterms:created xsi:type="dcterms:W3CDTF">2022-07-13T20:38:54Z</dcterms:created>
  <dcterms:modified xsi:type="dcterms:W3CDTF">2023-07-25T22:55:56Z</dcterms:modified>
</cp:coreProperties>
</file>