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8" r:id="rId3"/>
    <p:sldId id="260" r:id="rId4"/>
    <p:sldId id="262" r:id="rId5"/>
    <p:sldId id="263" r:id="rId6"/>
    <p:sldId id="261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210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7852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437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448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66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6752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9607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3688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5064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4488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3171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47210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43606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56732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991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2474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2987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yCwkHfQh-ino84YqveLEY8GPj-WRMzEU/view?usp=drive_link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CD11-F09F-6D38-7201-9600439391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4211" y="2521076"/>
            <a:ext cx="4433062" cy="1646302"/>
          </a:xfrm>
        </p:spPr>
        <p:txBody>
          <a:bodyPr/>
          <a:lstStyle/>
          <a:p>
            <a:r>
              <a:rPr lang="en-IN" sz="6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DAA Project</a:t>
            </a:r>
          </a:p>
        </p:txBody>
      </p:sp>
    </p:spTree>
    <p:extLst>
      <p:ext uri="{BB962C8B-B14F-4D97-AF65-F5344CB8AC3E}">
        <p14:creationId xmlns:p14="http://schemas.microsoft.com/office/powerpoint/2010/main" val="1903755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E8163-6BA5-C6E3-16EF-19D7882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A15DB-C517-8C08-EB4F-CBE45F3182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2672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Service at ASU (Airport Search Unit): How well we are meeting 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 expectations.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by visualizing SLA performance metrics? </a:t>
            </a:r>
          </a:p>
          <a:p>
            <a:endParaRPr 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Insights: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can help business stakeholders to identify areas for improvement and optimize service delivery. 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75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4DB02-D370-3696-EF64-05F4EB70E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8611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21186-CDBD-559F-DE21-E276F854B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67530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Building blocks of this project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is more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Mange dashboard space effectively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Vary font weight and height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subtle call to action text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 interactively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66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442C5-56A4-FE18-869E-36A094FC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20B33-9DA3-48E2-EA49-C2189B161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388077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“Delog” -- Delayed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"DELOG_REASON" field is used to store information about the specific factors or events that caused a flight to be delayed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"AOS_ACT_RUNWAY_DATE" is probably a column that stores the actual date and time when an aircraft took off from the runway during departure in aviation-related data.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“AOS_SCH_DATE" is probably a column that stores the scheduled departure date and time for a flight in aviation-related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47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3903D-597F-D4B9-0BCB-9A5A114D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663890" cy="13208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Five User Stories 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- To provide valuable business insights for improved process management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8A2E3-88E1-5050-04D3-F87C3AA85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which locations metal detectors are used the maximum?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the various types of machines utilized?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distribution of handled bags across different sublocations?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bag handling volume at each location?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distribution of handled bags across different X-Ray devices?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0081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E8163-6BA5-C6E3-16EF-19D7882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A15DB-C517-8C08-EB4F-CBE45F3182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DAA Project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93CA0E-9A48-35BD-9B86-DD9F261B538E}"/>
              </a:ext>
            </a:extLst>
          </p:cNvPr>
          <p:cNvSpPr txBox="1"/>
          <p:nvPr/>
        </p:nvSpPr>
        <p:spPr>
          <a:xfrm>
            <a:off x="838200" y="1559859"/>
            <a:ext cx="29986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on the link below</a:t>
            </a:r>
          </a:p>
        </p:txBody>
      </p:sp>
    </p:spTree>
    <p:extLst>
      <p:ext uri="{BB962C8B-B14F-4D97-AF65-F5344CB8AC3E}">
        <p14:creationId xmlns:p14="http://schemas.microsoft.com/office/powerpoint/2010/main" val="273932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5B026-73FF-6F7E-A57F-06A96DA06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and Suggestions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49FEF-4AA3-2C34-0303-11259644D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maximum number of flight delays occurred due to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"To Retrieve something"=446, followed by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"To Return something" = 280 delays.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There is potential for improvement in handling these delay reasons more efficiently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Given the concentration of machine utilization at specific points(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WTMD T-1,WTMD 16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implementing strategies to allocate passengers across different points or increasing the number of machines at the heavily utilized locations can optimize passenger flow and enhance overall efficiency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to the concentrated utilization of machines at specific locations(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 Central Search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it is advisable to implement measures such as passenger distribution across different points or augmenting machine capacity at these focused locations to optimize operational efficiency and enhance passenger experience.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strategies to redirect crowds to less crowded sub-locations(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ATRS_L2, ATRS_L15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for improved crowd management.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optimize efficiency, consider enhancing the number of X-ray machines at the popular main location 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and its corresponding sub-location 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7710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729</TotalTime>
  <Words>423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DAA Project</vt:lpstr>
      <vt:lpstr>Scope of the Project</vt:lpstr>
      <vt:lpstr>Description</vt:lpstr>
      <vt:lpstr>Assumptions</vt:lpstr>
      <vt:lpstr>Five User Stories  Aim - To provide valuable business insights for improved process management</vt:lpstr>
      <vt:lpstr>Report</vt:lpstr>
      <vt:lpstr>Insights and Suggestions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Amruth HS</dc:creator>
  <cp:lastModifiedBy>Amruth HS</cp:lastModifiedBy>
  <cp:revision>23</cp:revision>
  <dcterms:created xsi:type="dcterms:W3CDTF">2022-07-13T20:38:54Z</dcterms:created>
  <dcterms:modified xsi:type="dcterms:W3CDTF">2023-07-26T06:24:10Z</dcterms:modified>
</cp:coreProperties>
</file>